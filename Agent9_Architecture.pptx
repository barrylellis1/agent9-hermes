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Agent9 Future-Proof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A9_Orchestrator Agent</a:t>
            </a:r>
          </a:p>
          <a:p>
            <a:r>
              <a:t>Coordinates workflows, delegates to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005840"/>
            <a:ext cx="301752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Agent Layer</a:t>
            </a:r>
          </a:p>
          <a:p>
            <a:r>
              <a:t>Analytics, Governance, Data Product, LLM, etc.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005840"/>
            <a:ext cx="24688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Situation Awareness &amp; Diagnostic Agents</a:t>
            </a:r>
          </a:p>
          <a:p>
            <a:r>
              <a:t>Detect anomalies, generate insights, escalate issues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804672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Access Layer</a:t>
            </a:r>
          </a:p>
          <a:p>
            <a:r>
              <a:t>Unified access to both refined data products and direct source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210312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Product Connectors</a:t>
            </a:r>
          </a:p>
          <a:p>
            <a:r>
              <a:t>Connect to curated data marts, warehouses, data contracts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834640"/>
            <a:ext cx="210312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Direct Source Connectors (JDBC, APIs, Files)</a:t>
            </a:r>
          </a:p>
          <a:p>
            <a:r>
              <a:t>Secure, direct access to raw/source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2834640"/>
            <a:ext cx="292608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Federated Query Engine (Trino, Dremio, etc.)</a:t>
            </a:r>
          </a:p>
          <a:p>
            <a:r>
              <a:t>Query across multiple sources with strong access controls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57600"/>
            <a:ext cx="384048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Profiling &amp; Schema Discovery</a:t>
            </a:r>
          </a:p>
          <a:p>
            <a:r>
              <a:t>Automated profiling, schema inference, anomaly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3657600"/>
            <a:ext cx="3749039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Governance, Security &amp; Compliance</a:t>
            </a:r>
          </a:p>
          <a:p>
            <a:r>
              <a:t>Access control, audit logging, data lineage, masking, privacy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Feedback &amp; Learning</a:t>
            </a:r>
          </a:p>
          <a:p>
            <a:r>
              <a:t>Logs, user feedback, outcome tracking, continuous retraining, benchmarking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303520"/>
            <a:ext cx="786384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Marketplace Layer (future)</a:t>
            </a:r>
          </a:p>
          <a:p>
            <a:r>
              <a:t>Plug-in agents, human consultants, benchmarking, payment, certification, selection/orchestration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Registry Architecture - Hybrid Model (Supabase + YAML)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046720" cy="54864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Agent9 Application - Registry Bootstrap (Environment-based Selection)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046720" cy="54864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Supabase Providers (with YAML fallback)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146304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Business</a:t>
            </a:r>
          </a:p>
          <a:p>
            <a:r>
              <a:t>Glossary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2377440"/>
            <a:ext cx="146304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Principal</a:t>
            </a:r>
          </a:p>
          <a:p>
            <a:r>
              <a:t>Profiles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2377440"/>
            <a:ext cx="146304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KPI</a:t>
            </a:r>
          </a:p>
          <a:p>
            <a:r>
              <a:t>Registry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2377440"/>
            <a:ext cx="146304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Business</a:t>
            </a:r>
          </a:p>
          <a:p>
            <a:r>
              <a:t>Processes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2377440"/>
            <a:ext cx="146304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</a:t>
            </a:r>
          </a:p>
          <a:p>
            <a:r>
              <a:t>Products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3931920" cy="182880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Supabase Database</a:t>
            </a:r>
          </a:p>
          <a:p>
            <a:r>
              <a:t>(Registry Metadata)</a:t>
            </a:r>
          </a:p>
          <a:p/>
          <a:p>
            <a:r>
              <a:t>• 11 glossary terms</a:t>
            </a:r>
          </a:p>
          <a:p>
            <a:r>
              <a:t>• 4 principal profiles</a:t>
            </a:r>
          </a:p>
          <a:p>
            <a:r>
              <a:t>• 20 KPIs</a:t>
            </a:r>
          </a:p>
          <a:p>
            <a:r>
              <a:t>• 31 business processes</a:t>
            </a:r>
          </a:p>
          <a:p>
            <a:r>
              <a:t>• 7 data products</a:t>
            </a:r>
          </a:p>
          <a:p/>
          <a:p>
            <a:r>
              <a:t>Fast queries, filtering,</a:t>
            </a:r>
          </a:p>
          <a:p>
            <a:r>
              <a:t>relationships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200400"/>
            <a:ext cx="3931920" cy="182880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YAML Files</a:t>
            </a:r>
          </a:p>
          <a:p>
            <a:r>
              <a:t>(Detailed Schemas)</a:t>
            </a:r>
          </a:p>
          <a:p/>
          <a:p>
            <a:r>
              <a:t>• fi_star_schema.yaml (638 lines)</a:t>
            </a:r>
          </a:p>
          <a:p>
            <a:r>
              <a:t>• Table definitions</a:t>
            </a:r>
          </a:p>
          <a:p>
            <a:r>
              <a:t>• View SQL (135 lines)</a:t>
            </a:r>
          </a:p>
          <a:p>
            <a:r>
              <a:t>• KPI calculations</a:t>
            </a:r>
          </a:p>
          <a:p>
            <a:r>
              <a:t>• Business term mappings</a:t>
            </a:r>
          </a:p>
          <a:p/>
          <a:p>
            <a:r>
              <a:t>Version controlled,</a:t>
            </a:r>
          </a:p>
          <a:p>
            <a:r>
              <a:t>complex structures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212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↔ yaml_contract_path pointer 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8000"/>
                </a:solidFill>
              </a:defRPr>
            </a:pPr>
            <a:r>
              <a:t>Phase 4 Migration - COMPLETE 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840480" cy="3200400"/>
          </a:xfrm>
          <a:prstGeom prst="rect">
            <a:avLst/>
          </a:prstGeom>
          <a:solidFill>
            <a:srgbClr val="D9E1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Migration Statistics</a:t>
            </a:r>
          </a:p>
          <a:p/>
          <a:p>
            <a:r>
              <a:t>✅ 5 SQL Migrations</a:t>
            </a:r>
          </a:p>
          <a:p>
            <a:r>
              <a:t>   0001-0005.sql</a:t>
            </a:r>
          </a:p>
          <a:p/>
          <a:p>
            <a:r>
              <a:t>✅ 5 Seeder Scripts</a:t>
            </a:r>
          </a:p>
          <a:p>
            <a:r>
              <a:t>   All idempotent</a:t>
            </a:r>
          </a:p>
          <a:p/>
          <a:p>
            <a:r>
              <a:t>✅ 5 Supabase Providers</a:t>
            </a:r>
          </a:p>
          <a:p>
            <a:r>
              <a:t>   With YAML fallback</a:t>
            </a:r>
          </a:p>
          <a:p/>
          <a:p>
            <a:r>
              <a:t>✅ 73 Items Migrated</a:t>
            </a:r>
          </a:p>
          <a:p>
            <a:r>
              <a:t>   All registries seeded</a:t>
            </a:r>
          </a:p>
          <a:p/>
          <a:p>
            <a:r>
              <a:t>✅ Validated Jan 18, 2026</a:t>
            </a:r>
          </a:p>
          <a:p>
            <a:r>
              <a:t>   Production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914400"/>
            <a:ext cx="3931920" cy="3200400"/>
          </a:xfrm>
          <a:prstGeom prst="rect">
            <a:avLst/>
          </a:prstGeom>
          <a:solidFill>
            <a:srgbClr val="E2EF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t>Registry Breakdown</a:t>
            </a:r>
          </a:p>
          <a:p/>
          <a:p>
            <a:r>
              <a:t>📚 Business Glossary: 11 terms</a:t>
            </a:r>
          </a:p>
          <a:p>
            <a:r>
              <a:t>   Financial definitions</a:t>
            </a:r>
          </a:p>
          <a:p/>
          <a:p>
            <a:r>
              <a:t>👤 Principal Profiles: 4 profiles</a:t>
            </a:r>
          </a:p>
          <a:p>
            <a:r>
              <a:t>   CFO, COO, CSO, CEO</a:t>
            </a:r>
          </a:p>
          <a:p/>
          <a:p>
            <a:r>
              <a:t>📊 KPI Registry: 20 KPIs</a:t>
            </a:r>
          </a:p>
          <a:p>
            <a:r>
              <a:t>   Revenue, Margin, Cash Flow</a:t>
            </a:r>
          </a:p>
          <a:p/>
          <a:p>
            <a:r>
              <a:t>⚙️ Business Processes: 31 processes</a:t>
            </a:r>
          </a:p>
          <a:p>
            <a:r>
              <a:t>   Finance, Strategy, Operations</a:t>
            </a:r>
          </a:p>
          <a:p/>
          <a:p>
            <a:r>
              <a:t>📦 Data Products: 7 products</a:t>
            </a:r>
          </a:p>
          <a:p>
            <a:r>
              <a:t>   Finance, HR, Sales domains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97680"/>
            <a:ext cx="8046720" cy="822960"/>
          </a:xfrm>
          <a:prstGeom prst="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Performance: Bootstrap ~330ms | Registry Queries 45-95ms | UI Load &lt;2s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Registry Provider Pattern - Environment-Based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046720" cy="4572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1. Bootstrap reads environment: KPI_REGISTRY_BACKEND=supabase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8046720" cy="45720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2. Creates SupabaseKPIProvider with URL, service key, table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8046720" cy="45720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3. Provider loads from Supabase: GET /rest/v1/kpis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8046720" cy="45720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4. Converts JSON rows to Pydantic KPI objects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8046720" cy="457200"/>
          </a:xfrm>
          <a:prstGeom prst="rect">
            <a:avLst/>
          </a:prstGeom>
          <a:solidFill>
            <a:srgbClr val="9BC2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5. Registers provider with factory: factory.register_provider('kpi', provider)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8046720" cy="457200"/>
          </a:xfrm>
          <a:prstGeom prst="rect">
            <a:avLst/>
          </a:prstGeom>
          <a:solidFill>
            <a:srgbClr val="C5E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6. Agents access via: factory.get_provider('kpi').get_all()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8046720" cy="548640"/>
          </a:xfrm>
          <a:prstGeom prst="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⚠️ Fallback: If Supabase fails → Automatically loads from YAML → Logs warning → App continues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77840"/>
            <a:ext cx="8046720" cy="457200"/>
          </a:xfrm>
          <a:prstGeom prst="rect">
            <a:avLst/>
          </a:prstGeom>
          <a:solidFill>
            <a:srgbClr val="E2EF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Benefits: Fast queries | Centralized management | Environment toggles | Graceful degradation | Production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